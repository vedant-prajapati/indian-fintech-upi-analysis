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Digital Payments &amp; FinTech Analysis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UPI, Financial Inclusion &amp; Transaction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The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is rapidly moving toward a cashless economy. Digital platforms like UPI have transformed how citizens pay, receive benefits, and interact with financial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914400"/>
            <a:ext cx="1097280" cy="1097280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FinTech platforms need to analyze transactions to:</a:t>
            </a:r>
          </a:p>
          <a:p>
            <a:r>
              <a:t>• Improve success rates</a:t>
            </a:r>
          </a:p>
          <a:p>
            <a:r>
              <a:t>• Detect fraud risks</a:t>
            </a:r>
          </a:p>
          <a:p>
            <a:r>
              <a:t>• Understand user behavior</a:t>
            </a:r>
          </a:p>
          <a:p>
            <a:r>
              <a:t>• Optimize digital payment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1000+ FinTech transactions</a:t>
            </a:r>
          </a:p>
          <a:p>
            <a:r>
              <a:t>• Includes state, user, app, and transaction details</a:t>
            </a:r>
          </a:p>
          <a:p>
            <a:r>
              <a:t>• Covers government payments and private payments</a:t>
            </a:r>
          </a:p>
          <a:p>
            <a:r>
              <a:t>• Includes success/failure status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 – Data cleaning</a:t>
            </a:r>
          </a:p>
          <a:p>
            <a:r>
              <a:t>• SQL – Data analysis</a:t>
            </a:r>
          </a:p>
          <a:p>
            <a:r>
              <a:t>• Power BI – Dashboard visualization</a:t>
            </a:r>
          </a:p>
          <a:p>
            <a:r>
              <a:t>• Python – Machine learning fraud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Transactions</a:t>
            </a:r>
          </a:p>
          <a:p>
            <a:r>
              <a:t>• Transaction Value</a:t>
            </a:r>
          </a:p>
          <a:p>
            <a:r>
              <a:t>• Success Rate</a:t>
            </a:r>
          </a:p>
          <a:p>
            <a:r>
              <a:t>• Failure Rate</a:t>
            </a:r>
          </a:p>
          <a:p>
            <a:r>
              <a:t>• Government Payment Percentage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payments dominate digital transactions</a:t>
            </a:r>
          </a:p>
          <a:p>
            <a:r>
              <a:t>• Certain states show higher failure rates</a:t>
            </a:r>
          </a:p>
          <a:p>
            <a:r>
              <a:t>• Government schemes drive financial inclusion</a:t>
            </a:r>
          </a:p>
          <a:p>
            <a:r>
              <a:t>• UPI apps vary in performance and transaction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infrastructure in high-failure regions</a:t>
            </a:r>
          </a:p>
          <a:p>
            <a:r>
              <a:t>• Optimize apps for low network users</a:t>
            </a:r>
          </a:p>
          <a:p>
            <a:r>
              <a:t>• Enhance fraud monitoring systems</a:t>
            </a:r>
          </a:p>
          <a:p>
            <a:r>
              <a:t>• Focus on mobile-first payment experiences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fraud detection</a:t>
            </a:r>
          </a:p>
          <a:p>
            <a:r>
              <a:t>• AI-based transaction prediction</a:t>
            </a:r>
          </a:p>
          <a:p>
            <a:r>
              <a:t>• Integration with national financial programs</a:t>
            </a:r>
          </a:p>
          <a:p>
            <a:r>
              <a:t>• Advanced financial analytics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/>
              <a:t>Author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Vedant Prajapati</a:t>
            </a:r>
          </a:p>
          <a:p>
            <a:r>
              <a:t>Email: Prajapativedant908@gmail.com</a:t>
            </a:r>
          </a:p>
          <a:p>
            <a:r>
              <a:t>Contact: 9601533689</a:t>
            </a:r>
          </a:p>
          <a:p>
            <a:r>
              <a:t>Location: Ahmedabad</a:t>
            </a:r>
          </a:p>
          <a:p>
            <a:r>
              <a:t>Domain: 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